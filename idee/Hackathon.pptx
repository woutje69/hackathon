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07C627-8032-4030-909D-987CE4A1C18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49251B-31E9-418E-83CC-7E53600A3285}">
      <dgm:prSet/>
      <dgm:spPr/>
      <dgm:t>
        <a:bodyPr/>
        <a:lstStyle/>
        <a:p>
          <a:r>
            <a:rPr lang="en-US"/>
            <a:t>ESP32 Feather</a:t>
          </a:r>
        </a:p>
      </dgm:t>
    </dgm:pt>
    <dgm:pt modelId="{1492718D-1080-4137-BF68-7ED23AEB7A9F}" type="parTrans" cxnId="{B75E02A8-DC8A-40C4-AE76-4EC29BBE079F}">
      <dgm:prSet/>
      <dgm:spPr/>
      <dgm:t>
        <a:bodyPr/>
        <a:lstStyle/>
        <a:p>
          <a:endParaRPr lang="en-US"/>
        </a:p>
      </dgm:t>
    </dgm:pt>
    <dgm:pt modelId="{459968A9-CDC5-47FB-9B77-7D792CA2CE6D}" type="sibTrans" cxnId="{B75E02A8-DC8A-40C4-AE76-4EC29BBE079F}">
      <dgm:prSet/>
      <dgm:spPr/>
      <dgm:t>
        <a:bodyPr/>
        <a:lstStyle/>
        <a:p>
          <a:endParaRPr lang="en-US"/>
        </a:p>
      </dgm:t>
    </dgm:pt>
    <dgm:pt modelId="{970B8D25-CBB8-474E-B94A-B29909D758DD}">
      <dgm:prSet/>
      <dgm:spPr/>
      <dgm:t>
        <a:bodyPr/>
        <a:lstStyle/>
        <a:p>
          <a:r>
            <a:rPr lang="en-US"/>
            <a:t>RFID Reader/Write</a:t>
          </a:r>
        </a:p>
      </dgm:t>
    </dgm:pt>
    <dgm:pt modelId="{198006F8-D995-4697-8FB1-988E4EE5DC68}" type="parTrans" cxnId="{42635EEE-2C93-4731-AEED-20178F65CDCB}">
      <dgm:prSet/>
      <dgm:spPr/>
      <dgm:t>
        <a:bodyPr/>
        <a:lstStyle/>
        <a:p>
          <a:endParaRPr lang="en-US"/>
        </a:p>
      </dgm:t>
    </dgm:pt>
    <dgm:pt modelId="{763687A7-8E36-4F7A-8034-811846CF6EFB}" type="sibTrans" cxnId="{42635EEE-2C93-4731-AEED-20178F65CDCB}">
      <dgm:prSet/>
      <dgm:spPr/>
      <dgm:t>
        <a:bodyPr/>
        <a:lstStyle/>
        <a:p>
          <a:endParaRPr lang="en-US"/>
        </a:p>
      </dgm:t>
    </dgm:pt>
    <dgm:pt modelId="{12301D45-9892-44D7-829F-4EC561D52D34}">
      <dgm:prSet/>
      <dgm:spPr/>
      <dgm:t>
        <a:bodyPr/>
        <a:lstStyle/>
        <a:p>
          <a:r>
            <a:rPr lang="nl-BE"/>
            <a:t>7-segment display</a:t>
          </a:r>
          <a:endParaRPr lang="en-US"/>
        </a:p>
      </dgm:t>
    </dgm:pt>
    <dgm:pt modelId="{23DE59E1-238A-4301-ADE4-38A6B6596DAE}" type="parTrans" cxnId="{3933389D-4BDA-4084-A857-E31909688CFE}">
      <dgm:prSet/>
      <dgm:spPr/>
      <dgm:t>
        <a:bodyPr/>
        <a:lstStyle/>
        <a:p>
          <a:endParaRPr lang="en-US"/>
        </a:p>
      </dgm:t>
    </dgm:pt>
    <dgm:pt modelId="{42115533-2A48-4F88-9707-3F796CE193F6}" type="sibTrans" cxnId="{3933389D-4BDA-4084-A857-E31909688CFE}">
      <dgm:prSet/>
      <dgm:spPr/>
      <dgm:t>
        <a:bodyPr/>
        <a:lstStyle/>
        <a:p>
          <a:endParaRPr lang="en-US"/>
        </a:p>
      </dgm:t>
    </dgm:pt>
    <dgm:pt modelId="{7EFF9052-0EEC-426B-A2DE-F697E90527B4}">
      <dgm:prSet/>
      <dgm:spPr/>
      <dgm:t>
        <a:bodyPr/>
        <a:lstStyle/>
        <a:p>
          <a:r>
            <a:rPr lang="nl-BE"/>
            <a:t>buzzer</a:t>
          </a:r>
          <a:endParaRPr lang="en-US"/>
        </a:p>
      </dgm:t>
    </dgm:pt>
    <dgm:pt modelId="{FCF52E12-C6C3-4434-BFBB-C7C7DD205201}" type="parTrans" cxnId="{C22B5C5E-5CE2-434A-9629-C4FCE451F3AC}">
      <dgm:prSet/>
      <dgm:spPr/>
      <dgm:t>
        <a:bodyPr/>
        <a:lstStyle/>
        <a:p>
          <a:endParaRPr lang="en-US"/>
        </a:p>
      </dgm:t>
    </dgm:pt>
    <dgm:pt modelId="{141561DB-9126-4309-87F2-EDDEFF0D8A9F}" type="sibTrans" cxnId="{C22B5C5E-5CE2-434A-9629-C4FCE451F3AC}">
      <dgm:prSet/>
      <dgm:spPr/>
      <dgm:t>
        <a:bodyPr/>
        <a:lstStyle/>
        <a:p>
          <a:endParaRPr lang="en-US"/>
        </a:p>
      </dgm:t>
    </dgm:pt>
    <dgm:pt modelId="{811C8654-ADDB-4B59-8F30-BD5CF492EDB4}" type="pres">
      <dgm:prSet presAssocID="{3107C627-8032-4030-909D-987CE4A1C18E}" presName="linear" presStyleCnt="0">
        <dgm:presLayoutVars>
          <dgm:animLvl val="lvl"/>
          <dgm:resizeHandles val="exact"/>
        </dgm:presLayoutVars>
      </dgm:prSet>
      <dgm:spPr/>
    </dgm:pt>
    <dgm:pt modelId="{4DA2D2C8-3C5D-4050-B3A8-3443FF0ED6D7}" type="pres">
      <dgm:prSet presAssocID="{8E49251B-31E9-418E-83CC-7E53600A32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4F55A2-81FB-4F90-8124-1FA29A13DD52}" type="pres">
      <dgm:prSet presAssocID="{459968A9-CDC5-47FB-9B77-7D792CA2CE6D}" presName="spacer" presStyleCnt="0"/>
      <dgm:spPr/>
    </dgm:pt>
    <dgm:pt modelId="{67E96038-6FF3-42EA-B1D1-C05517F02859}" type="pres">
      <dgm:prSet presAssocID="{970B8D25-CBB8-474E-B94A-B29909D758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7F2A48-8ED8-486A-A3C9-5021DE9A6DB2}" type="pres">
      <dgm:prSet presAssocID="{763687A7-8E36-4F7A-8034-811846CF6EFB}" presName="spacer" presStyleCnt="0"/>
      <dgm:spPr/>
    </dgm:pt>
    <dgm:pt modelId="{1A3FA840-FF5F-4B1A-8CD4-59071BC4F08A}" type="pres">
      <dgm:prSet presAssocID="{12301D45-9892-44D7-829F-4EC561D52D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A61768-45AB-4FFB-B6C1-A4696CCDBC2E}" type="pres">
      <dgm:prSet presAssocID="{42115533-2A48-4F88-9707-3F796CE193F6}" presName="spacer" presStyleCnt="0"/>
      <dgm:spPr/>
    </dgm:pt>
    <dgm:pt modelId="{A125455D-4FD4-45DD-80BF-AFF3239476EF}" type="pres">
      <dgm:prSet presAssocID="{7EFF9052-0EEC-426B-A2DE-F697E90527B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A39C36-BC94-4896-BFA6-7BF770165685}" type="presOf" srcId="{3107C627-8032-4030-909D-987CE4A1C18E}" destId="{811C8654-ADDB-4B59-8F30-BD5CF492EDB4}" srcOrd="0" destOrd="0" presId="urn:microsoft.com/office/officeart/2005/8/layout/vList2"/>
    <dgm:cxn modelId="{C22B5C5E-5CE2-434A-9629-C4FCE451F3AC}" srcId="{3107C627-8032-4030-909D-987CE4A1C18E}" destId="{7EFF9052-0EEC-426B-A2DE-F697E90527B4}" srcOrd="3" destOrd="0" parTransId="{FCF52E12-C6C3-4434-BFBB-C7C7DD205201}" sibTransId="{141561DB-9126-4309-87F2-EDDEFF0D8A9F}"/>
    <dgm:cxn modelId="{94192754-D492-422B-B10B-23F11B4FFBE0}" type="presOf" srcId="{12301D45-9892-44D7-829F-4EC561D52D34}" destId="{1A3FA840-FF5F-4B1A-8CD4-59071BC4F08A}" srcOrd="0" destOrd="0" presId="urn:microsoft.com/office/officeart/2005/8/layout/vList2"/>
    <dgm:cxn modelId="{3933389D-4BDA-4084-A857-E31909688CFE}" srcId="{3107C627-8032-4030-909D-987CE4A1C18E}" destId="{12301D45-9892-44D7-829F-4EC561D52D34}" srcOrd="2" destOrd="0" parTransId="{23DE59E1-238A-4301-ADE4-38A6B6596DAE}" sibTransId="{42115533-2A48-4F88-9707-3F796CE193F6}"/>
    <dgm:cxn modelId="{FF5F32A0-CDAD-4A0B-B706-22F5160A633F}" type="presOf" srcId="{8E49251B-31E9-418E-83CC-7E53600A3285}" destId="{4DA2D2C8-3C5D-4050-B3A8-3443FF0ED6D7}" srcOrd="0" destOrd="0" presId="urn:microsoft.com/office/officeart/2005/8/layout/vList2"/>
    <dgm:cxn modelId="{B75E02A8-DC8A-40C4-AE76-4EC29BBE079F}" srcId="{3107C627-8032-4030-909D-987CE4A1C18E}" destId="{8E49251B-31E9-418E-83CC-7E53600A3285}" srcOrd="0" destOrd="0" parTransId="{1492718D-1080-4137-BF68-7ED23AEB7A9F}" sibTransId="{459968A9-CDC5-47FB-9B77-7D792CA2CE6D}"/>
    <dgm:cxn modelId="{4D0620C0-37E7-463D-9CE4-89805126F1AA}" type="presOf" srcId="{970B8D25-CBB8-474E-B94A-B29909D758DD}" destId="{67E96038-6FF3-42EA-B1D1-C05517F02859}" srcOrd="0" destOrd="0" presId="urn:microsoft.com/office/officeart/2005/8/layout/vList2"/>
    <dgm:cxn modelId="{41D263E7-6A08-43BB-B2B5-202278CDC97F}" type="presOf" srcId="{7EFF9052-0EEC-426B-A2DE-F697E90527B4}" destId="{A125455D-4FD4-45DD-80BF-AFF3239476EF}" srcOrd="0" destOrd="0" presId="urn:microsoft.com/office/officeart/2005/8/layout/vList2"/>
    <dgm:cxn modelId="{42635EEE-2C93-4731-AEED-20178F65CDCB}" srcId="{3107C627-8032-4030-909D-987CE4A1C18E}" destId="{970B8D25-CBB8-474E-B94A-B29909D758DD}" srcOrd="1" destOrd="0" parTransId="{198006F8-D995-4697-8FB1-988E4EE5DC68}" sibTransId="{763687A7-8E36-4F7A-8034-811846CF6EFB}"/>
    <dgm:cxn modelId="{40E7C720-481D-4877-9661-265ECF8D9B6E}" type="presParOf" srcId="{811C8654-ADDB-4B59-8F30-BD5CF492EDB4}" destId="{4DA2D2C8-3C5D-4050-B3A8-3443FF0ED6D7}" srcOrd="0" destOrd="0" presId="urn:microsoft.com/office/officeart/2005/8/layout/vList2"/>
    <dgm:cxn modelId="{B70569B7-8D8B-4E5E-8E19-DBC862B6A3EE}" type="presParOf" srcId="{811C8654-ADDB-4B59-8F30-BD5CF492EDB4}" destId="{7F4F55A2-81FB-4F90-8124-1FA29A13DD52}" srcOrd="1" destOrd="0" presId="urn:microsoft.com/office/officeart/2005/8/layout/vList2"/>
    <dgm:cxn modelId="{394FA682-A476-41B2-9FFF-2AF5DD2D2924}" type="presParOf" srcId="{811C8654-ADDB-4B59-8F30-BD5CF492EDB4}" destId="{67E96038-6FF3-42EA-B1D1-C05517F02859}" srcOrd="2" destOrd="0" presId="urn:microsoft.com/office/officeart/2005/8/layout/vList2"/>
    <dgm:cxn modelId="{9837E505-4A67-4DCF-BC1B-EA6572014723}" type="presParOf" srcId="{811C8654-ADDB-4B59-8F30-BD5CF492EDB4}" destId="{747F2A48-8ED8-486A-A3C9-5021DE9A6DB2}" srcOrd="3" destOrd="0" presId="urn:microsoft.com/office/officeart/2005/8/layout/vList2"/>
    <dgm:cxn modelId="{FAE7DC1F-1958-4E1D-A75F-4990C28536A1}" type="presParOf" srcId="{811C8654-ADDB-4B59-8F30-BD5CF492EDB4}" destId="{1A3FA840-FF5F-4B1A-8CD4-59071BC4F08A}" srcOrd="4" destOrd="0" presId="urn:microsoft.com/office/officeart/2005/8/layout/vList2"/>
    <dgm:cxn modelId="{76698CEB-BCA6-4283-8522-A50CB3EAD7F0}" type="presParOf" srcId="{811C8654-ADDB-4B59-8F30-BD5CF492EDB4}" destId="{FAA61768-45AB-4FFB-B6C1-A4696CCDBC2E}" srcOrd="5" destOrd="0" presId="urn:microsoft.com/office/officeart/2005/8/layout/vList2"/>
    <dgm:cxn modelId="{C752DEA4-B9C7-4B10-95A9-57B96167BE54}" type="presParOf" srcId="{811C8654-ADDB-4B59-8F30-BD5CF492EDB4}" destId="{A125455D-4FD4-45DD-80BF-AFF3239476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2C8A4A-3935-4FF7-A5B5-690784CF5CE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7175FD-57F0-4EFD-8F51-8F29FE44EA8C}">
      <dgm:prSet/>
      <dgm:spPr/>
      <dgm:t>
        <a:bodyPr/>
        <a:lstStyle/>
        <a:p>
          <a:r>
            <a:rPr lang="en-US"/>
            <a:t>SPI bibliotheek</a:t>
          </a:r>
        </a:p>
      </dgm:t>
    </dgm:pt>
    <dgm:pt modelId="{28E8C075-1EFF-42F3-8041-0018DE18599F}" type="parTrans" cxnId="{30F9036F-E913-4C43-8FD2-B48358B92D46}">
      <dgm:prSet/>
      <dgm:spPr/>
      <dgm:t>
        <a:bodyPr/>
        <a:lstStyle/>
        <a:p>
          <a:endParaRPr lang="en-US"/>
        </a:p>
      </dgm:t>
    </dgm:pt>
    <dgm:pt modelId="{C60A9096-4CA0-4A06-974B-DFF234178DDB}" type="sibTrans" cxnId="{30F9036F-E913-4C43-8FD2-B48358B92D46}">
      <dgm:prSet/>
      <dgm:spPr/>
      <dgm:t>
        <a:bodyPr/>
        <a:lstStyle/>
        <a:p>
          <a:endParaRPr lang="en-US"/>
        </a:p>
      </dgm:t>
    </dgm:pt>
    <dgm:pt modelId="{462A1E4F-7940-4625-B375-D1ABF19EB667}">
      <dgm:prSet/>
      <dgm:spPr/>
      <dgm:t>
        <a:bodyPr/>
        <a:lstStyle/>
        <a:p>
          <a:r>
            <a:rPr lang="en-US"/>
            <a:t>MFRC522 bibliotheek</a:t>
          </a:r>
        </a:p>
      </dgm:t>
    </dgm:pt>
    <dgm:pt modelId="{C936CED1-21CE-4FF5-BBBE-07F861B54778}" type="parTrans" cxnId="{0056130C-CDC5-47D5-BC39-89BDEC19B701}">
      <dgm:prSet/>
      <dgm:spPr/>
      <dgm:t>
        <a:bodyPr/>
        <a:lstStyle/>
        <a:p>
          <a:endParaRPr lang="en-US"/>
        </a:p>
      </dgm:t>
    </dgm:pt>
    <dgm:pt modelId="{E037EEB0-60E3-42E6-9365-F994AC379590}" type="sibTrans" cxnId="{0056130C-CDC5-47D5-BC39-89BDEC19B701}">
      <dgm:prSet/>
      <dgm:spPr/>
      <dgm:t>
        <a:bodyPr/>
        <a:lstStyle/>
        <a:p>
          <a:endParaRPr lang="en-US"/>
        </a:p>
      </dgm:t>
    </dgm:pt>
    <dgm:pt modelId="{EDEF69E0-4025-4A4C-9055-3B2CDDCE2875}">
      <dgm:prSet/>
      <dgm:spPr/>
      <dgm:t>
        <a:bodyPr/>
        <a:lstStyle/>
        <a:p>
          <a:r>
            <a:rPr lang="en-US"/>
            <a:t>WiFi bibliotheek</a:t>
          </a:r>
        </a:p>
      </dgm:t>
    </dgm:pt>
    <dgm:pt modelId="{B2203B43-7498-4578-AE73-BE73BD3177D3}" type="parTrans" cxnId="{A89B85DD-93A7-402E-949B-1DDAEA1E348B}">
      <dgm:prSet/>
      <dgm:spPr/>
      <dgm:t>
        <a:bodyPr/>
        <a:lstStyle/>
        <a:p>
          <a:endParaRPr lang="en-US"/>
        </a:p>
      </dgm:t>
    </dgm:pt>
    <dgm:pt modelId="{7A2D0AE1-EFEB-47B7-93E4-67B3D727091F}" type="sibTrans" cxnId="{A89B85DD-93A7-402E-949B-1DDAEA1E348B}">
      <dgm:prSet/>
      <dgm:spPr/>
      <dgm:t>
        <a:bodyPr/>
        <a:lstStyle/>
        <a:p>
          <a:endParaRPr lang="en-US"/>
        </a:p>
      </dgm:t>
    </dgm:pt>
    <dgm:pt modelId="{F8BE3DB8-918E-46C2-8740-DF5E89A999DC}">
      <dgm:prSet/>
      <dgm:spPr/>
      <dgm:t>
        <a:bodyPr/>
        <a:lstStyle/>
        <a:p>
          <a:r>
            <a:rPr lang="en-US"/>
            <a:t>PubSubClient bibliotheek</a:t>
          </a:r>
        </a:p>
      </dgm:t>
    </dgm:pt>
    <dgm:pt modelId="{36858F63-A340-48FC-9C08-BFF4C03969A6}" type="parTrans" cxnId="{B4ADB2CC-DA2B-4576-B58C-0460430FE690}">
      <dgm:prSet/>
      <dgm:spPr/>
      <dgm:t>
        <a:bodyPr/>
        <a:lstStyle/>
        <a:p>
          <a:endParaRPr lang="en-US"/>
        </a:p>
      </dgm:t>
    </dgm:pt>
    <dgm:pt modelId="{74510364-5F0B-4E41-AE89-B3C1EBED66F9}" type="sibTrans" cxnId="{B4ADB2CC-DA2B-4576-B58C-0460430FE690}">
      <dgm:prSet/>
      <dgm:spPr/>
      <dgm:t>
        <a:bodyPr/>
        <a:lstStyle/>
        <a:p>
          <a:endParaRPr lang="en-US"/>
        </a:p>
      </dgm:t>
    </dgm:pt>
    <dgm:pt modelId="{314EC30A-B5A2-4EA9-8EE9-B58827F953D3}">
      <dgm:prSet/>
      <dgm:spPr/>
      <dgm:t>
        <a:bodyPr/>
        <a:lstStyle/>
        <a:p>
          <a:r>
            <a:rPr lang="en-US"/>
            <a:t>Gebaseerd op rfid_read_personal_data example</a:t>
          </a:r>
        </a:p>
      </dgm:t>
    </dgm:pt>
    <dgm:pt modelId="{D38EA941-A933-4E6C-A7B7-38BE84987590}" type="parTrans" cxnId="{D8C09C2D-A13A-48F8-95C0-8CC1A3917143}">
      <dgm:prSet/>
      <dgm:spPr/>
      <dgm:t>
        <a:bodyPr/>
        <a:lstStyle/>
        <a:p>
          <a:endParaRPr lang="en-US"/>
        </a:p>
      </dgm:t>
    </dgm:pt>
    <dgm:pt modelId="{304A7449-8EA3-4624-8BF4-35672FB381C2}" type="sibTrans" cxnId="{D8C09C2D-A13A-48F8-95C0-8CC1A3917143}">
      <dgm:prSet/>
      <dgm:spPr/>
      <dgm:t>
        <a:bodyPr/>
        <a:lstStyle/>
        <a:p>
          <a:endParaRPr lang="en-US"/>
        </a:p>
      </dgm:t>
    </dgm:pt>
    <dgm:pt modelId="{2AA3B9B1-0155-4148-8937-2AD296351EE7}" type="pres">
      <dgm:prSet presAssocID="{7D2C8A4A-3935-4FF7-A5B5-690784CF5CE4}" presName="linear" presStyleCnt="0">
        <dgm:presLayoutVars>
          <dgm:animLvl val="lvl"/>
          <dgm:resizeHandles val="exact"/>
        </dgm:presLayoutVars>
      </dgm:prSet>
      <dgm:spPr/>
    </dgm:pt>
    <dgm:pt modelId="{CC06EFF8-FFB4-445A-A4DA-D8E11452FD17}" type="pres">
      <dgm:prSet presAssocID="{227175FD-57F0-4EFD-8F51-8F29FE44EA8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FB7FEF-6649-44BF-A1DD-46E0BA72C8E5}" type="pres">
      <dgm:prSet presAssocID="{C60A9096-4CA0-4A06-974B-DFF234178DDB}" presName="spacer" presStyleCnt="0"/>
      <dgm:spPr/>
    </dgm:pt>
    <dgm:pt modelId="{7FD1024B-B1ED-46DF-AB67-B5199D0A4AA5}" type="pres">
      <dgm:prSet presAssocID="{462A1E4F-7940-4625-B375-D1ABF19EB66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7C96F6B-1C24-4046-B142-C4A95EB1A114}" type="pres">
      <dgm:prSet presAssocID="{E037EEB0-60E3-42E6-9365-F994AC379590}" presName="spacer" presStyleCnt="0"/>
      <dgm:spPr/>
    </dgm:pt>
    <dgm:pt modelId="{06124E09-5607-4507-8622-4C7B432127A3}" type="pres">
      <dgm:prSet presAssocID="{EDEF69E0-4025-4A4C-9055-3B2CDDCE287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62D24D-62FC-454A-9C5E-A7FDFF98464B}" type="pres">
      <dgm:prSet presAssocID="{7A2D0AE1-EFEB-47B7-93E4-67B3D727091F}" presName="spacer" presStyleCnt="0"/>
      <dgm:spPr/>
    </dgm:pt>
    <dgm:pt modelId="{87EB9604-6609-4CFD-BD0B-E3E25DD35714}" type="pres">
      <dgm:prSet presAssocID="{F8BE3DB8-918E-46C2-8740-DF5E89A999D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99E88A-7988-4C7B-AE25-CE80F30B8B8D}" type="pres">
      <dgm:prSet presAssocID="{74510364-5F0B-4E41-AE89-B3C1EBED66F9}" presName="spacer" presStyleCnt="0"/>
      <dgm:spPr/>
    </dgm:pt>
    <dgm:pt modelId="{25DFD803-FF89-41CA-B48F-7E8CC9D5A578}" type="pres">
      <dgm:prSet presAssocID="{314EC30A-B5A2-4EA9-8EE9-B58827F953D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1243103-F401-4D46-9260-67617C3373E3}" type="presOf" srcId="{F8BE3DB8-918E-46C2-8740-DF5E89A999DC}" destId="{87EB9604-6609-4CFD-BD0B-E3E25DD35714}" srcOrd="0" destOrd="0" presId="urn:microsoft.com/office/officeart/2005/8/layout/vList2"/>
    <dgm:cxn modelId="{0056130C-CDC5-47D5-BC39-89BDEC19B701}" srcId="{7D2C8A4A-3935-4FF7-A5B5-690784CF5CE4}" destId="{462A1E4F-7940-4625-B375-D1ABF19EB667}" srcOrd="1" destOrd="0" parTransId="{C936CED1-21CE-4FF5-BBBE-07F861B54778}" sibTransId="{E037EEB0-60E3-42E6-9365-F994AC379590}"/>
    <dgm:cxn modelId="{D8C09C2D-A13A-48F8-95C0-8CC1A3917143}" srcId="{7D2C8A4A-3935-4FF7-A5B5-690784CF5CE4}" destId="{314EC30A-B5A2-4EA9-8EE9-B58827F953D3}" srcOrd="4" destOrd="0" parTransId="{D38EA941-A933-4E6C-A7B7-38BE84987590}" sibTransId="{304A7449-8EA3-4624-8BF4-35672FB381C2}"/>
    <dgm:cxn modelId="{FB40D240-ADD7-42B1-8D92-C2F6577637C9}" type="presOf" srcId="{7D2C8A4A-3935-4FF7-A5B5-690784CF5CE4}" destId="{2AA3B9B1-0155-4148-8937-2AD296351EE7}" srcOrd="0" destOrd="0" presId="urn:microsoft.com/office/officeart/2005/8/layout/vList2"/>
    <dgm:cxn modelId="{30F9036F-E913-4C43-8FD2-B48358B92D46}" srcId="{7D2C8A4A-3935-4FF7-A5B5-690784CF5CE4}" destId="{227175FD-57F0-4EFD-8F51-8F29FE44EA8C}" srcOrd="0" destOrd="0" parTransId="{28E8C075-1EFF-42F3-8041-0018DE18599F}" sibTransId="{C60A9096-4CA0-4A06-974B-DFF234178DDB}"/>
    <dgm:cxn modelId="{9B90D5AA-81FE-4B93-AC2A-4472C4110F42}" type="presOf" srcId="{227175FD-57F0-4EFD-8F51-8F29FE44EA8C}" destId="{CC06EFF8-FFB4-445A-A4DA-D8E11452FD17}" srcOrd="0" destOrd="0" presId="urn:microsoft.com/office/officeart/2005/8/layout/vList2"/>
    <dgm:cxn modelId="{3B1E79BB-8E22-4227-A8B6-E5573A1AD93F}" type="presOf" srcId="{462A1E4F-7940-4625-B375-D1ABF19EB667}" destId="{7FD1024B-B1ED-46DF-AB67-B5199D0A4AA5}" srcOrd="0" destOrd="0" presId="urn:microsoft.com/office/officeart/2005/8/layout/vList2"/>
    <dgm:cxn modelId="{6779C7C2-9119-4ADD-91DF-5C051C840E27}" type="presOf" srcId="{EDEF69E0-4025-4A4C-9055-3B2CDDCE2875}" destId="{06124E09-5607-4507-8622-4C7B432127A3}" srcOrd="0" destOrd="0" presId="urn:microsoft.com/office/officeart/2005/8/layout/vList2"/>
    <dgm:cxn modelId="{B4ADB2CC-DA2B-4576-B58C-0460430FE690}" srcId="{7D2C8A4A-3935-4FF7-A5B5-690784CF5CE4}" destId="{F8BE3DB8-918E-46C2-8740-DF5E89A999DC}" srcOrd="3" destOrd="0" parTransId="{36858F63-A340-48FC-9C08-BFF4C03969A6}" sibTransId="{74510364-5F0B-4E41-AE89-B3C1EBED66F9}"/>
    <dgm:cxn modelId="{A89B85DD-93A7-402E-949B-1DDAEA1E348B}" srcId="{7D2C8A4A-3935-4FF7-A5B5-690784CF5CE4}" destId="{EDEF69E0-4025-4A4C-9055-3B2CDDCE2875}" srcOrd="2" destOrd="0" parTransId="{B2203B43-7498-4578-AE73-BE73BD3177D3}" sibTransId="{7A2D0AE1-EFEB-47B7-93E4-67B3D727091F}"/>
    <dgm:cxn modelId="{7F4BE4FC-6070-4547-8EED-C3D636A18975}" type="presOf" srcId="{314EC30A-B5A2-4EA9-8EE9-B58827F953D3}" destId="{25DFD803-FF89-41CA-B48F-7E8CC9D5A578}" srcOrd="0" destOrd="0" presId="urn:microsoft.com/office/officeart/2005/8/layout/vList2"/>
    <dgm:cxn modelId="{48E83743-6DE7-43C8-89E0-BBEA02FC8B89}" type="presParOf" srcId="{2AA3B9B1-0155-4148-8937-2AD296351EE7}" destId="{CC06EFF8-FFB4-445A-A4DA-D8E11452FD17}" srcOrd="0" destOrd="0" presId="urn:microsoft.com/office/officeart/2005/8/layout/vList2"/>
    <dgm:cxn modelId="{1AD3BB3D-1C35-4C9E-A1B2-5297C1419F8D}" type="presParOf" srcId="{2AA3B9B1-0155-4148-8937-2AD296351EE7}" destId="{33FB7FEF-6649-44BF-A1DD-46E0BA72C8E5}" srcOrd="1" destOrd="0" presId="urn:microsoft.com/office/officeart/2005/8/layout/vList2"/>
    <dgm:cxn modelId="{FA5CD034-34B8-4F35-898D-C0334F94656D}" type="presParOf" srcId="{2AA3B9B1-0155-4148-8937-2AD296351EE7}" destId="{7FD1024B-B1ED-46DF-AB67-B5199D0A4AA5}" srcOrd="2" destOrd="0" presId="urn:microsoft.com/office/officeart/2005/8/layout/vList2"/>
    <dgm:cxn modelId="{2D7E3837-2477-45A8-B80B-BE83C476E17D}" type="presParOf" srcId="{2AA3B9B1-0155-4148-8937-2AD296351EE7}" destId="{17C96F6B-1C24-4046-B142-C4A95EB1A114}" srcOrd="3" destOrd="0" presId="urn:microsoft.com/office/officeart/2005/8/layout/vList2"/>
    <dgm:cxn modelId="{9DF8AEF2-54F9-4301-ABFF-5F98E087B134}" type="presParOf" srcId="{2AA3B9B1-0155-4148-8937-2AD296351EE7}" destId="{06124E09-5607-4507-8622-4C7B432127A3}" srcOrd="4" destOrd="0" presId="urn:microsoft.com/office/officeart/2005/8/layout/vList2"/>
    <dgm:cxn modelId="{702C9998-82CA-4266-9EE3-729E21C3B2A9}" type="presParOf" srcId="{2AA3B9B1-0155-4148-8937-2AD296351EE7}" destId="{8F62D24D-62FC-454A-9C5E-A7FDFF98464B}" srcOrd="5" destOrd="0" presId="urn:microsoft.com/office/officeart/2005/8/layout/vList2"/>
    <dgm:cxn modelId="{93CA5B40-6C53-4305-98D1-5DEA35F4CC5F}" type="presParOf" srcId="{2AA3B9B1-0155-4148-8937-2AD296351EE7}" destId="{87EB9604-6609-4CFD-BD0B-E3E25DD35714}" srcOrd="6" destOrd="0" presId="urn:microsoft.com/office/officeart/2005/8/layout/vList2"/>
    <dgm:cxn modelId="{91F9AF51-D842-4060-B962-80198586C4FB}" type="presParOf" srcId="{2AA3B9B1-0155-4148-8937-2AD296351EE7}" destId="{6699E88A-7988-4C7B-AE25-CE80F30B8B8D}" srcOrd="7" destOrd="0" presId="urn:microsoft.com/office/officeart/2005/8/layout/vList2"/>
    <dgm:cxn modelId="{A1213130-9E24-4FEE-9B32-7115365753C9}" type="presParOf" srcId="{2AA3B9B1-0155-4148-8937-2AD296351EE7}" destId="{25DFD803-FF89-41CA-B48F-7E8CC9D5A57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2C8A4A-3935-4FF7-A5B5-690784CF5CE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27175FD-57F0-4EFD-8F51-8F29FE44EA8C}">
      <dgm:prSet/>
      <dgm:spPr/>
      <dgm:t>
        <a:bodyPr/>
        <a:lstStyle/>
        <a:p>
          <a:r>
            <a:rPr lang="en-US" dirty="0"/>
            <a:t>Node-RED</a:t>
          </a:r>
        </a:p>
      </dgm:t>
    </dgm:pt>
    <dgm:pt modelId="{28E8C075-1EFF-42F3-8041-0018DE18599F}" type="parTrans" cxnId="{30F9036F-E913-4C43-8FD2-B48358B92D46}">
      <dgm:prSet/>
      <dgm:spPr/>
      <dgm:t>
        <a:bodyPr/>
        <a:lstStyle/>
        <a:p>
          <a:endParaRPr lang="en-US"/>
        </a:p>
      </dgm:t>
    </dgm:pt>
    <dgm:pt modelId="{C60A9096-4CA0-4A06-974B-DFF234178DDB}" type="sibTrans" cxnId="{30F9036F-E913-4C43-8FD2-B48358B92D46}">
      <dgm:prSet/>
      <dgm:spPr/>
      <dgm:t>
        <a:bodyPr/>
        <a:lstStyle/>
        <a:p>
          <a:endParaRPr lang="en-US"/>
        </a:p>
      </dgm:t>
    </dgm:pt>
    <dgm:pt modelId="{2FE2185C-E192-4E05-B7F8-B3E51A9922AA}">
      <dgm:prSet/>
      <dgm:spPr/>
      <dgm:t>
        <a:bodyPr/>
        <a:lstStyle/>
        <a:p>
          <a:r>
            <a:rPr lang="en-US"/>
            <a:t>Mosquitto broker</a:t>
          </a:r>
          <a:endParaRPr lang="en-US" dirty="0"/>
        </a:p>
      </dgm:t>
    </dgm:pt>
    <dgm:pt modelId="{16976FF2-B8A0-4DEC-BE27-FD695C94729B}" type="parTrans" cxnId="{D73EF123-8AFF-491F-8C2D-0D35B4AF9E1F}">
      <dgm:prSet/>
      <dgm:spPr/>
      <dgm:t>
        <a:bodyPr/>
        <a:lstStyle/>
        <a:p>
          <a:endParaRPr lang="nl-BE"/>
        </a:p>
      </dgm:t>
    </dgm:pt>
    <dgm:pt modelId="{9E72FEFE-B6CA-4B59-BF37-7844EF689B70}" type="sibTrans" cxnId="{D73EF123-8AFF-491F-8C2D-0D35B4AF9E1F}">
      <dgm:prSet/>
      <dgm:spPr/>
      <dgm:t>
        <a:bodyPr/>
        <a:lstStyle/>
        <a:p>
          <a:endParaRPr lang="nl-BE"/>
        </a:p>
      </dgm:t>
    </dgm:pt>
    <dgm:pt modelId="{1F7635FB-F9FD-4279-ADAC-C833AF0F7D2E}">
      <dgm:prSet/>
      <dgm:spPr/>
      <dgm:t>
        <a:bodyPr/>
        <a:lstStyle/>
        <a:p>
          <a:r>
            <a:rPr lang="en-US"/>
            <a:t>Wifi hotspot</a:t>
          </a:r>
          <a:endParaRPr lang="en-US" dirty="0"/>
        </a:p>
      </dgm:t>
    </dgm:pt>
    <dgm:pt modelId="{D116170B-7269-4FBB-97AD-EBDDA3F19E91}" type="parTrans" cxnId="{958FDC0C-8544-415D-9534-2ED472B369DA}">
      <dgm:prSet/>
      <dgm:spPr/>
      <dgm:t>
        <a:bodyPr/>
        <a:lstStyle/>
        <a:p>
          <a:endParaRPr lang="nl-BE"/>
        </a:p>
      </dgm:t>
    </dgm:pt>
    <dgm:pt modelId="{95BDD8EA-C17E-4A51-8E6E-DE5D53FF7DAD}" type="sibTrans" cxnId="{958FDC0C-8544-415D-9534-2ED472B369DA}">
      <dgm:prSet/>
      <dgm:spPr/>
      <dgm:t>
        <a:bodyPr/>
        <a:lstStyle/>
        <a:p>
          <a:endParaRPr lang="nl-BE"/>
        </a:p>
      </dgm:t>
    </dgm:pt>
    <dgm:pt modelId="{31DE1C4D-4662-487E-AB5A-5BF46BA036C8}">
      <dgm:prSet/>
      <dgm:spPr/>
      <dgm:t>
        <a:bodyPr/>
        <a:lstStyle/>
        <a:p>
          <a:r>
            <a:rPr lang="en-US"/>
            <a:t>Dashboard</a:t>
          </a:r>
          <a:endParaRPr lang="en-US" dirty="0"/>
        </a:p>
      </dgm:t>
    </dgm:pt>
    <dgm:pt modelId="{D0B17753-FAEF-4FEF-83E5-8920C668757F}" type="parTrans" cxnId="{E2562583-3804-4249-8852-64080A73EAD3}">
      <dgm:prSet/>
      <dgm:spPr/>
      <dgm:t>
        <a:bodyPr/>
        <a:lstStyle/>
        <a:p>
          <a:endParaRPr lang="nl-BE"/>
        </a:p>
      </dgm:t>
    </dgm:pt>
    <dgm:pt modelId="{C2D661E0-0B04-4384-87C2-BDE831D9D276}" type="sibTrans" cxnId="{E2562583-3804-4249-8852-64080A73EAD3}">
      <dgm:prSet/>
      <dgm:spPr/>
      <dgm:t>
        <a:bodyPr/>
        <a:lstStyle/>
        <a:p>
          <a:endParaRPr lang="nl-BE"/>
        </a:p>
      </dgm:t>
    </dgm:pt>
    <dgm:pt modelId="{777D47BC-F3C0-4180-9CF7-5B5F3FF68A3E}">
      <dgm:prSet/>
      <dgm:spPr/>
      <dgm:t>
        <a:bodyPr/>
        <a:lstStyle/>
        <a:p>
          <a:r>
            <a:rPr lang="en-US"/>
            <a:t>Verwerking spelverloop</a:t>
          </a:r>
          <a:endParaRPr lang="en-US" dirty="0"/>
        </a:p>
      </dgm:t>
    </dgm:pt>
    <dgm:pt modelId="{738F38FE-54B4-4405-8482-A190F5D1A8FB}" type="parTrans" cxnId="{AE06145B-E6FA-4478-90FF-1381975509E8}">
      <dgm:prSet/>
      <dgm:spPr/>
      <dgm:t>
        <a:bodyPr/>
        <a:lstStyle/>
        <a:p>
          <a:endParaRPr lang="nl-BE"/>
        </a:p>
      </dgm:t>
    </dgm:pt>
    <dgm:pt modelId="{15C63041-B203-4FEF-ADF1-F7C35D5F45AF}" type="sibTrans" cxnId="{AE06145B-E6FA-4478-90FF-1381975509E8}">
      <dgm:prSet/>
      <dgm:spPr/>
      <dgm:t>
        <a:bodyPr/>
        <a:lstStyle/>
        <a:p>
          <a:endParaRPr lang="nl-BE"/>
        </a:p>
      </dgm:t>
    </dgm:pt>
    <dgm:pt modelId="{2AA3B9B1-0155-4148-8937-2AD296351EE7}" type="pres">
      <dgm:prSet presAssocID="{7D2C8A4A-3935-4FF7-A5B5-690784CF5CE4}" presName="linear" presStyleCnt="0">
        <dgm:presLayoutVars>
          <dgm:animLvl val="lvl"/>
          <dgm:resizeHandles val="exact"/>
        </dgm:presLayoutVars>
      </dgm:prSet>
      <dgm:spPr/>
    </dgm:pt>
    <dgm:pt modelId="{CC06EFF8-FFB4-445A-A4DA-D8E11452FD17}" type="pres">
      <dgm:prSet presAssocID="{227175FD-57F0-4EFD-8F51-8F29FE44EA8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C1E1148-8B92-4544-ABCE-D222905B9971}" type="pres">
      <dgm:prSet presAssocID="{C60A9096-4CA0-4A06-974B-DFF234178DDB}" presName="spacer" presStyleCnt="0"/>
      <dgm:spPr/>
    </dgm:pt>
    <dgm:pt modelId="{73BEFE00-B4FF-4666-82CB-2E5B3DEBE408}" type="pres">
      <dgm:prSet presAssocID="{2FE2185C-E192-4E05-B7F8-B3E51A9922A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FBF96E5-E03F-483A-BC2A-5116E1217B5F}" type="pres">
      <dgm:prSet presAssocID="{9E72FEFE-B6CA-4B59-BF37-7844EF689B70}" presName="spacer" presStyleCnt="0"/>
      <dgm:spPr/>
    </dgm:pt>
    <dgm:pt modelId="{E9F4B088-43A3-4230-898B-EAA57B3E2F55}" type="pres">
      <dgm:prSet presAssocID="{1F7635FB-F9FD-4279-ADAC-C833AF0F7D2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93B6991-31F5-411C-BBF7-F69002C5A7F4}" type="pres">
      <dgm:prSet presAssocID="{95BDD8EA-C17E-4A51-8E6E-DE5D53FF7DAD}" presName="spacer" presStyleCnt="0"/>
      <dgm:spPr/>
    </dgm:pt>
    <dgm:pt modelId="{4E40AF5B-3B95-4BB1-AAAF-37A4E314F0B5}" type="pres">
      <dgm:prSet presAssocID="{31DE1C4D-4662-487E-AB5A-5BF46BA036C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44E509F-C5CB-49E2-91FD-8781793561A9}" type="pres">
      <dgm:prSet presAssocID="{C2D661E0-0B04-4384-87C2-BDE831D9D276}" presName="spacer" presStyleCnt="0"/>
      <dgm:spPr/>
    </dgm:pt>
    <dgm:pt modelId="{B72C0B5D-3359-4040-8F9B-CA4B470F58E8}" type="pres">
      <dgm:prSet presAssocID="{777D47BC-F3C0-4180-9CF7-5B5F3FF68A3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58FDC0C-8544-415D-9534-2ED472B369DA}" srcId="{7D2C8A4A-3935-4FF7-A5B5-690784CF5CE4}" destId="{1F7635FB-F9FD-4279-ADAC-C833AF0F7D2E}" srcOrd="2" destOrd="0" parTransId="{D116170B-7269-4FBB-97AD-EBDDA3F19E91}" sibTransId="{95BDD8EA-C17E-4A51-8E6E-DE5D53FF7DAD}"/>
    <dgm:cxn modelId="{D73EF123-8AFF-491F-8C2D-0D35B4AF9E1F}" srcId="{7D2C8A4A-3935-4FF7-A5B5-690784CF5CE4}" destId="{2FE2185C-E192-4E05-B7F8-B3E51A9922AA}" srcOrd="1" destOrd="0" parTransId="{16976FF2-B8A0-4DEC-BE27-FD695C94729B}" sibTransId="{9E72FEFE-B6CA-4B59-BF37-7844EF689B70}"/>
    <dgm:cxn modelId="{4AF84F38-174E-41A1-BA9A-9AA9986E383F}" type="presOf" srcId="{1F7635FB-F9FD-4279-ADAC-C833AF0F7D2E}" destId="{E9F4B088-43A3-4230-898B-EAA57B3E2F55}" srcOrd="0" destOrd="0" presId="urn:microsoft.com/office/officeart/2005/8/layout/vList2"/>
    <dgm:cxn modelId="{FB40D240-ADD7-42B1-8D92-C2F6577637C9}" type="presOf" srcId="{7D2C8A4A-3935-4FF7-A5B5-690784CF5CE4}" destId="{2AA3B9B1-0155-4148-8937-2AD296351EE7}" srcOrd="0" destOrd="0" presId="urn:microsoft.com/office/officeart/2005/8/layout/vList2"/>
    <dgm:cxn modelId="{AE06145B-E6FA-4478-90FF-1381975509E8}" srcId="{7D2C8A4A-3935-4FF7-A5B5-690784CF5CE4}" destId="{777D47BC-F3C0-4180-9CF7-5B5F3FF68A3E}" srcOrd="4" destOrd="0" parTransId="{738F38FE-54B4-4405-8482-A190F5D1A8FB}" sibTransId="{15C63041-B203-4FEF-ADF1-F7C35D5F45AF}"/>
    <dgm:cxn modelId="{72003665-88E2-4488-9F4B-BC6B2620CA14}" type="presOf" srcId="{777D47BC-F3C0-4180-9CF7-5B5F3FF68A3E}" destId="{B72C0B5D-3359-4040-8F9B-CA4B470F58E8}" srcOrd="0" destOrd="0" presId="urn:microsoft.com/office/officeart/2005/8/layout/vList2"/>
    <dgm:cxn modelId="{30F9036F-E913-4C43-8FD2-B48358B92D46}" srcId="{7D2C8A4A-3935-4FF7-A5B5-690784CF5CE4}" destId="{227175FD-57F0-4EFD-8F51-8F29FE44EA8C}" srcOrd="0" destOrd="0" parTransId="{28E8C075-1EFF-42F3-8041-0018DE18599F}" sibTransId="{C60A9096-4CA0-4A06-974B-DFF234178DDB}"/>
    <dgm:cxn modelId="{E2562583-3804-4249-8852-64080A73EAD3}" srcId="{7D2C8A4A-3935-4FF7-A5B5-690784CF5CE4}" destId="{31DE1C4D-4662-487E-AB5A-5BF46BA036C8}" srcOrd="3" destOrd="0" parTransId="{D0B17753-FAEF-4FEF-83E5-8920C668757F}" sibTransId="{C2D661E0-0B04-4384-87C2-BDE831D9D276}"/>
    <dgm:cxn modelId="{9B90D5AA-81FE-4B93-AC2A-4472C4110F42}" type="presOf" srcId="{227175FD-57F0-4EFD-8F51-8F29FE44EA8C}" destId="{CC06EFF8-FFB4-445A-A4DA-D8E11452FD17}" srcOrd="0" destOrd="0" presId="urn:microsoft.com/office/officeart/2005/8/layout/vList2"/>
    <dgm:cxn modelId="{307246BA-C3C2-40EE-800A-A8FE1BEE2A88}" type="presOf" srcId="{2FE2185C-E192-4E05-B7F8-B3E51A9922AA}" destId="{73BEFE00-B4FF-4666-82CB-2E5B3DEBE408}" srcOrd="0" destOrd="0" presId="urn:microsoft.com/office/officeart/2005/8/layout/vList2"/>
    <dgm:cxn modelId="{EBA01FCC-4CEC-425C-9F75-999BEAC85670}" type="presOf" srcId="{31DE1C4D-4662-487E-AB5A-5BF46BA036C8}" destId="{4E40AF5B-3B95-4BB1-AAAF-37A4E314F0B5}" srcOrd="0" destOrd="0" presId="urn:microsoft.com/office/officeart/2005/8/layout/vList2"/>
    <dgm:cxn modelId="{48E83743-6DE7-43C8-89E0-BBEA02FC8B89}" type="presParOf" srcId="{2AA3B9B1-0155-4148-8937-2AD296351EE7}" destId="{CC06EFF8-FFB4-445A-A4DA-D8E11452FD17}" srcOrd="0" destOrd="0" presId="urn:microsoft.com/office/officeart/2005/8/layout/vList2"/>
    <dgm:cxn modelId="{78EB774E-DBCC-4F8F-A8D5-4C801D17B6A8}" type="presParOf" srcId="{2AA3B9B1-0155-4148-8937-2AD296351EE7}" destId="{5C1E1148-8B92-4544-ABCE-D222905B9971}" srcOrd="1" destOrd="0" presId="urn:microsoft.com/office/officeart/2005/8/layout/vList2"/>
    <dgm:cxn modelId="{ABF96EDA-A947-4D99-834D-D5125FE6D235}" type="presParOf" srcId="{2AA3B9B1-0155-4148-8937-2AD296351EE7}" destId="{73BEFE00-B4FF-4666-82CB-2E5B3DEBE408}" srcOrd="2" destOrd="0" presId="urn:microsoft.com/office/officeart/2005/8/layout/vList2"/>
    <dgm:cxn modelId="{8246D8BF-BB38-4E75-AE96-6C98CE9E18D2}" type="presParOf" srcId="{2AA3B9B1-0155-4148-8937-2AD296351EE7}" destId="{7FBF96E5-E03F-483A-BC2A-5116E1217B5F}" srcOrd="3" destOrd="0" presId="urn:microsoft.com/office/officeart/2005/8/layout/vList2"/>
    <dgm:cxn modelId="{FCE9B24D-5C91-435B-BB3C-98098C7E5556}" type="presParOf" srcId="{2AA3B9B1-0155-4148-8937-2AD296351EE7}" destId="{E9F4B088-43A3-4230-898B-EAA57B3E2F55}" srcOrd="4" destOrd="0" presId="urn:microsoft.com/office/officeart/2005/8/layout/vList2"/>
    <dgm:cxn modelId="{5DD56AE3-F807-4D4D-A2B4-9D9C924DEF33}" type="presParOf" srcId="{2AA3B9B1-0155-4148-8937-2AD296351EE7}" destId="{993B6991-31F5-411C-BBF7-F69002C5A7F4}" srcOrd="5" destOrd="0" presId="urn:microsoft.com/office/officeart/2005/8/layout/vList2"/>
    <dgm:cxn modelId="{077FAECE-D919-452A-A914-E4B69AD6BC2B}" type="presParOf" srcId="{2AA3B9B1-0155-4148-8937-2AD296351EE7}" destId="{4E40AF5B-3B95-4BB1-AAAF-37A4E314F0B5}" srcOrd="6" destOrd="0" presId="urn:microsoft.com/office/officeart/2005/8/layout/vList2"/>
    <dgm:cxn modelId="{1C4DC5B2-732E-4C4F-B127-B2C4309054B2}" type="presParOf" srcId="{2AA3B9B1-0155-4148-8937-2AD296351EE7}" destId="{744E509F-C5CB-49E2-91FD-8781793561A9}" srcOrd="7" destOrd="0" presId="urn:microsoft.com/office/officeart/2005/8/layout/vList2"/>
    <dgm:cxn modelId="{98B9FFAC-683B-4626-8DA8-44663ED5DBFD}" type="presParOf" srcId="{2AA3B9B1-0155-4148-8937-2AD296351EE7}" destId="{B72C0B5D-3359-4040-8F9B-CA4B470F58E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2D2C8-3C5D-4050-B3A8-3443FF0ED6D7}">
      <dsp:nvSpPr>
        <dsp:cNvPr id="0" name=""/>
        <dsp:cNvSpPr/>
      </dsp:nvSpPr>
      <dsp:spPr>
        <a:xfrm>
          <a:off x="0" y="500"/>
          <a:ext cx="6666833" cy="12530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ESP32 Feather</a:t>
          </a:r>
        </a:p>
      </dsp:txBody>
      <dsp:txXfrm>
        <a:off x="61170" y="61670"/>
        <a:ext cx="6544493" cy="1130730"/>
      </dsp:txXfrm>
    </dsp:sp>
    <dsp:sp modelId="{67E96038-6FF3-42EA-B1D1-C05517F02859}">
      <dsp:nvSpPr>
        <dsp:cNvPr id="0" name=""/>
        <dsp:cNvSpPr/>
      </dsp:nvSpPr>
      <dsp:spPr>
        <a:xfrm>
          <a:off x="0" y="1400450"/>
          <a:ext cx="6666833" cy="12530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RFID Reader/Write</a:t>
          </a:r>
        </a:p>
      </dsp:txBody>
      <dsp:txXfrm>
        <a:off x="61170" y="1461620"/>
        <a:ext cx="6544493" cy="1130730"/>
      </dsp:txXfrm>
    </dsp:sp>
    <dsp:sp modelId="{1A3FA840-FF5F-4B1A-8CD4-59071BC4F08A}">
      <dsp:nvSpPr>
        <dsp:cNvPr id="0" name=""/>
        <dsp:cNvSpPr/>
      </dsp:nvSpPr>
      <dsp:spPr>
        <a:xfrm>
          <a:off x="0" y="2800400"/>
          <a:ext cx="6666833" cy="12530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5100" kern="1200"/>
            <a:t>7-segment display</a:t>
          </a:r>
          <a:endParaRPr lang="en-US" sz="5100" kern="1200"/>
        </a:p>
      </dsp:txBody>
      <dsp:txXfrm>
        <a:off x="61170" y="2861570"/>
        <a:ext cx="6544493" cy="1130730"/>
      </dsp:txXfrm>
    </dsp:sp>
    <dsp:sp modelId="{A125455D-4FD4-45DD-80BF-AFF3239476EF}">
      <dsp:nvSpPr>
        <dsp:cNvPr id="0" name=""/>
        <dsp:cNvSpPr/>
      </dsp:nvSpPr>
      <dsp:spPr>
        <a:xfrm>
          <a:off x="0" y="4200350"/>
          <a:ext cx="6666833" cy="12530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5100" kern="1200"/>
            <a:t>buzzer</a:t>
          </a:r>
          <a:endParaRPr lang="en-US" sz="5100" kern="1200"/>
        </a:p>
      </dsp:txBody>
      <dsp:txXfrm>
        <a:off x="61170" y="4261520"/>
        <a:ext cx="6544493" cy="11307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6EFF8-FFB4-445A-A4DA-D8E11452FD17}">
      <dsp:nvSpPr>
        <dsp:cNvPr id="0" name=""/>
        <dsp:cNvSpPr/>
      </dsp:nvSpPr>
      <dsp:spPr>
        <a:xfrm>
          <a:off x="0" y="87569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SPI bibliotheek</a:t>
          </a:r>
        </a:p>
      </dsp:txBody>
      <dsp:txXfrm>
        <a:off x="48726" y="136295"/>
        <a:ext cx="6569381" cy="900704"/>
      </dsp:txXfrm>
    </dsp:sp>
    <dsp:sp modelId="{7FD1024B-B1ED-46DF-AB67-B5199D0A4AA5}">
      <dsp:nvSpPr>
        <dsp:cNvPr id="0" name=""/>
        <dsp:cNvSpPr/>
      </dsp:nvSpPr>
      <dsp:spPr>
        <a:xfrm>
          <a:off x="0" y="1157725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MFRC522 bibliotheek</a:t>
          </a:r>
        </a:p>
      </dsp:txBody>
      <dsp:txXfrm>
        <a:off x="48726" y="1206451"/>
        <a:ext cx="6569381" cy="900704"/>
      </dsp:txXfrm>
    </dsp:sp>
    <dsp:sp modelId="{06124E09-5607-4507-8622-4C7B432127A3}">
      <dsp:nvSpPr>
        <dsp:cNvPr id="0" name=""/>
        <dsp:cNvSpPr/>
      </dsp:nvSpPr>
      <dsp:spPr>
        <a:xfrm>
          <a:off x="0" y="2227881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WiFi bibliotheek</a:t>
          </a:r>
        </a:p>
      </dsp:txBody>
      <dsp:txXfrm>
        <a:off x="48726" y="2276607"/>
        <a:ext cx="6569381" cy="900704"/>
      </dsp:txXfrm>
    </dsp:sp>
    <dsp:sp modelId="{87EB9604-6609-4CFD-BD0B-E3E25DD35714}">
      <dsp:nvSpPr>
        <dsp:cNvPr id="0" name=""/>
        <dsp:cNvSpPr/>
      </dsp:nvSpPr>
      <dsp:spPr>
        <a:xfrm>
          <a:off x="0" y="3298038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PubSubClient bibliotheek</a:t>
          </a:r>
        </a:p>
      </dsp:txBody>
      <dsp:txXfrm>
        <a:off x="48726" y="3346764"/>
        <a:ext cx="6569381" cy="900704"/>
      </dsp:txXfrm>
    </dsp:sp>
    <dsp:sp modelId="{25DFD803-FF89-41CA-B48F-7E8CC9D5A578}">
      <dsp:nvSpPr>
        <dsp:cNvPr id="0" name=""/>
        <dsp:cNvSpPr/>
      </dsp:nvSpPr>
      <dsp:spPr>
        <a:xfrm>
          <a:off x="0" y="4368194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Gebaseerd op rfid_read_personal_data example</a:t>
          </a:r>
        </a:p>
      </dsp:txBody>
      <dsp:txXfrm>
        <a:off x="48726" y="4416920"/>
        <a:ext cx="6569381" cy="900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6EFF8-FFB4-445A-A4DA-D8E11452FD17}">
      <dsp:nvSpPr>
        <dsp:cNvPr id="0" name=""/>
        <dsp:cNvSpPr/>
      </dsp:nvSpPr>
      <dsp:spPr>
        <a:xfrm>
          <a:off x="0" y="39559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Node-RED</a:t>
          </a:r>
        </a:p>
      </dsp:txBody>
      <dsp:txXfrm>
        <a:off x="47976" y="87535"/>
        <a:ext cx="6570881" cy="886848"/>
      </dsp:txXfrm>
    </dsp:sp>
    <dsp:sp modelId="{73BEFE00-B4FF-4666-82CB-2E5B3DEBE408}">
      <dsp:nvSpPr>
        <dsp:cNvPr id="0" name=""/>
        <dsp:cNvSpPr/>
      </dsp:nvSpPr>
      <dsp:spPr>
        <a:xfrm>
          <a:off x="0" y="1137559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Mosquitto broker</a:t>
          </a:r>
          <a:endParaRPr lang="en-US" sz="4000" kern="1200" dirty="0"/>
        </a:p>
      </dsp:txBody>
      <dsp:txXfrm>
        <a:off x="47976" y="1185535"/>
        <a:ext cx="6570881" cy="886848"/>
      </dsp:txXfrm>
    </dsp:sp>
    <dsp:sp modelId="{E9F4B088-43A3-4230-898B-EAA57B3E2F55}">
      <dsp:nvSpPr>
        <dsp:cNvPr id="0" name=""/>
        <dsp:cNvSpPr/>
      </dsp:nvSpPr>
      <dsp:spPr>
        <a:xfrm>
          <a:off x="0" y="2235560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Wifi hotspot</a:t>
          </a:r>
          <a:endParaRPr lang="en-US" sz="4000" kern="1200" dirty="0"/>
        </a:p>
      </dsp:txBody>
      <dsp:txXfrm>
        <a:off x="47976" y="2283536"/>
        <a:ext cx="6570881" cy="886848"/>
      </dsp:txXfrm>
    </dsp:sp>
    <dsp:sp modelId="{4E40AF5B-3B95-4BB1-AAAF-37A4E314F0B5}">
      <dsp:nvSpPr>
        <dsp:cNvPr id="0" name=""/>
        <dsp:cNvSpPr/>
      </dsp:nvSpPr>
      <dsp:spPr>
        <a:xfrm>
          <a:off x="0" y="3333560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Dashboard</a:t>
          </a:r>
          <a:endParaRPr lang="en-US" sz="4000" kern="1200" dirty="0"/>
        </a:p>
      </dsp:txBody>
      <dsp:txXfrm>
        <a:off x="47976" y="3381536"/>
        <a:ext cx="6570881" cy="886848"/>
      </dsp:txXfrm>
    </dsp:sp>
    <dsp:sp modelId="{B72C0B5D-3359-4040-8F9B-CA4B470F58E8}">
      <dsp:nvSpPr>
        <dsp:cNvPr id="0" name=""/>
        <dsp:cNvSpPr/>
      </dsp:nvSpPr>
      <dsp:spPr>
        <a:xfrm>
          <a:off x="0" y="4431560"/>
          <a:ext cx="6666833" cy="9828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Verwerking spelverloop</a:t>
          </a:r>
          <a:endParaRPr lang="en-US" sz="4000" kern="1200" dirty="0"/>
        </a:p>
      </dsp:txBody>
      <dsp:txXfrm>
        <a:off x="47976" y="4479536"/>
        <a:ext cx="6570881" cy="886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FC37-8718-89B0-5B46-13CBB49FC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A3296-9C96-ECED-5960-3FADC5AE9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06EE5-F3DF-81FE-7D2C-9C765E55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F6AE9-AA48-B68C-AA85-F391B58D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78657-D3C4-8DB6-957F-E1A97233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396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2C2E-CB3C-7AAB-2D2B-959B6727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0753-EF52-1F3C-C7E8-3C875FA3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3EC0-5FBA-7A14-5234-648F1B40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A00E-9EBC-5FB2-EEB0-227C3902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3375-8A8D-DB0A-2F8D-00449A39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439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16A9-24D6-0018-34AB-A3A8FE96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3FEFB-4A2B-26A6-800C-1D3041F07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C2AA4-0A27-0391-5CFD-77155E88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42794-F518-F1DA-93B4-07A669F8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F702D-D3A6-C39A-4285-004ADEAC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590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967B-1C53-F5A3-3B5E-A21C9410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D348-A6B8-28E4-A4D3-53D66CBC6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5990B-362B-4790-1C38-DCD94C656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6DC9B-A684-5568-550C-05FECC76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23221-36F8-3A7B-FC0F-4EABC360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87B10-3276-A522-3C77-80174A66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6153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E92C-4F3F-8DE1-D26B-1ABFE535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39C0F-6476-48AB-C027-AFD0498A2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55FF1-FEF8-1C22-9C5A-43BBE3F55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C5DFB4-7B9E-72AA-2D19-874D9D694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A12B6-381A-2827-F7C7-D122FD02C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FA7D4-6DE3-D91F-D4B6-A3AC3A57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9CF93-3C6B-E257-E67F-0BBAABC8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3F823-2227-FD4A-2E2F-4DCBEA19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7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78907-1A77-3109-024E-FA042EC1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39734-B3C2-C53D-D3B8-3A3F2C16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A1363-5D26-70E7-D56C-CE2B1F0C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8040D-33AA-8CB3-BC19-D5944F2E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033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BA91D-26BF-A3FF-2F50-8E6E9567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33408-4B09-4191-4D7D-B4EAD619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588E2-4E16-85B7-F01A-E8CB3D25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651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3DCE-900B-ED34-8BCD-7D62F27C3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1524C-0ED5-A12E-1A3F-15E5AD46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D89BF-3526-DCD3-07D7-B3CC3ABD6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D70D6-6924-FCBE-CDE8-A2789BF3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D8C77-FF2C-4C78-FAB9-571FF26B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417E9-2B68-712F-13A4-88551FB9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289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AAA7-900E-F927-1C13-BFFDA1D5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E3171-143E-38CE-F84B-EBD7332BD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B49B-7569-314F-ED87-9609312AF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5C4AE-6EEA-A323-4ECE-1F7127DC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0A360-7C94-4286-FFCE-BBE4601F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FAE89-A712-11AB-6070-235F8B95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432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B126-A390-F808-CB18-27C78A4A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1D035-DD54-AFDF-F6C1-D2975643D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ECF3C-7F02-C114-789B-2081B397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769D7-A822-E808-1B45-4F182C6E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01B71-2345-B147-FB2B-83142326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599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A03C5-4355-D2DF-3E9E-AFDCC33C9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BEB56-7A22-F821-5DB6-5011A73E1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DCE3-3DCA-7993-9FE6-F72815BC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FAD8E-C1D1-759A-8E61-54611643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077A8-A6E7-F143-C920-83B9881E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83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09699-399C-883C-916B-EC8F8167B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8B62B-282D-E826-F735-D8E9A9315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7F691-EEBA-9F75-E003-286BEAA76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C5D34-DD8D-40F7-BC7C-EACA2F05E413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599C-8D2E-24B1-86F8-EDE850CD1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62AA7-F825-8608-9EA8-14386FF67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AF764-ADD2-4231-877D-DFE1A7856A4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703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DFDA7-B81D-E4F1-EE5F-A8FA66EB4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Hackathon</a:t>
            </a:r>
            <a:endParaRPr lang="nl-BE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39A34-765B-06D1-18F1-22AE2E2F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Wout Vandevelde</a:t>
            </a:r>
            <a:endParaRPr lang="nl-BE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3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AEB78-242D-F2D4-454E-DB779329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NFC Scanner - Componenten</a:t>
            </a:r>
            <a:endParaRPr lang="nl-BE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9F458A-216D-5B66-1262-6D0B7EBAAA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0244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180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B3262-3713-28D5-E71C-FB67964C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18868-AD4D-049B-7B36-D10B12D2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NFC Scanner - Programma</a:t>
            </a:r>
            <a:endParaRPr lang="nl-B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ED3C56-2FA3-299F-DD49-BF05CB8BC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2461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619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C1F00-3DC1-E9A6-C9F6-EF1B998B0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8AED59-8CF8-F96E-913E-E6E118A5D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2BA35-AD92-1AFD-9352-410E0390A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9AAD0-B20F-F7B7-789C-222AEBDD3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E8AD2C-694A-DBDB-0239-7B88952AD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690DD0-660E-C96F-423B-F64967021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A84F2-7A18-E56B-D9C6-DC695CEBE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13FDD-47CC-31C0-42A4-FD3D9E8C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Raspberry Pi</a:t>
            </a:r>
            <a:endParaRPr lang="nl-BE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B86BC4-9362-304B-BDB6-66B5E0A30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0275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662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Hackathon</vt:lpstr>
      <vt:lpstr>NFC Scanner - Componenten</vt:lpstr>
      <vt:lpstr>NFC Scanner - Programma</vt:lpstr>
      <vt:lpstr>Raspberry 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Wout Vandevelde (r1089967)</dc:creator>
  <cp:lastModifiedBy>Wout Vandevelde (r1089967)</cp:lastModifiedBy>
  <cp:revision>1</cp:revision>
  <dcterms:created xsi:type="dcterms:W3CDTF">2026-04-21T08:03:53Z</dcterms:created>
  <dcterms:modified xsi:type="dcterms:W3CDTF">2026-04-21T08:16:27Z</dcterms:modified>
</cp:coreProperties>
</file>